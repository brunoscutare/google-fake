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12700">
            <a:solidFill>
              <a:srgbClr val="E2E6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0" kern="0" dirty="0">
                <a:solidFill>
                  <a:srgbClr val="89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FAKE  •  BUSCA INTELIGENTE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9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GEMINI + REACT + NODE.JS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A9B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A9B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777240"/>
            <a:ext cx="5303520" cy="5303520"/>
          </a:xfrm>
          <a:prstGeom prst="ellipse">
            <a:avLst/>
          </a:prstGeom>
          <a:solidFill>
            <a:srgbClr val="EFEDFF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228600"/>
            <a:ext cx="3154680" cy="3154680"/>
          </a:xfrm>
          <a:prstGeom prst="ellipse">
            <a:avLst/>
          </a:prstGeom>
          <a:solidFill>
            <a:srgbClr val="6859E7"/>
          </a:soli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6657D5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473184" y="941832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0" dirty="0">
                <a:solidFill>
                  <a:srgbClr val="FFFFFF"/>
                </a:solidFill>
              </a:rPr>
              <a:t>✦</a:t>
            </a:r>
            <a:endParaRPr lang="en-US" sz="6500" dirty="0"/>
          </a:p>
        </p:txBody>
      </p:sp>
      <p:sp>
        <p:nvSpPr>
          <p:cNvPr id="5" name="Shape 3"/>
          <p:cNvSpPr/>
          <p:nvPr/>
        </p:nvSpPr>
        <p:spPr>
          <a:xfrm>
            <a:off x="658368" y="658368"/>
            <a:ext cx="1600200" cy="310896"/>
          </a:xfrm>
          <a:prstGeom prst="roundRect">
            <a:avLst>
              <a:gd name="adj" fmla="val 29412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DBDF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736092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859E7"/>
                </a:solidFill>
              </a:rPr>
              <a:t>PRODUTO COM IA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32588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10" kern="0" dirty="0">
                <a:solidFill>
                  <a:srgbClr val="17243A"/>
                </a:solidFill>
              </a:rPr>
              <a:t>Google Fake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85800" y="2212848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859E7"/>
                </a:solidFill>
              </a:rPr>
              <a:t>Busca simples. Respostas inteligentes.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288036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66D"/>
                </a:solidFill>
              </a:rPr>
              <a:t>Uma experiência web de perguntas e respostas construída com React, Node.js e a API Gemini.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1600200" cy="310896"/>
          </a:xfrm>
          <a:prstGeom prst="roundRect">
            <a:avLst>
              <a:gd name="adj" fmla="val 29412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DBDF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4055364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859E7"/>
                </a:solidFill>
              </a:rPr>
              <a:t>React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3977640"/>
            <a:ext cx="1600200" cy="310896"/>
          </a:xfrm>
          <a:prstGeom prst="roundRect">
            <a:avLst>
              <a:gd name="adj" fmla="val 29412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DBDF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4055364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859E7"/>
                </a:solidFill>
              </a:rPr>
              <a:t>Node.js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51960" y="3977640"/>
            <a:ext cx="1600200" cy="310896"/>
          </a:xfrm>
          <a:prstGeom prst="roundRect">
            <a:avLst>
              <a:gd name="adj" fmla="val 29412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DBDF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25112" y="4055364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85EE"/>
                </a:solidFill>
              </a:rPr>
              <a:t>Gemini API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" y="50749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A9C"/>
                </a:solidFill>
              </a:rPr>
              <a:t>Apresentação do projeto  • 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A9B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6859E7"/>
                </a:solidFill>
              </a:rPr>
              <a:t>01  •  CONCEITO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43A"/>
                </a:solidFill>
              </a:rPr>
              <a:t>Um “Google simples” que conversa com você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075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A9C"/>
                </a:solidFill>
              </a:rPr>
              <a:t>O Google Fake reduz a distância entre uma dúvida e uma explicação útil.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35204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25400" dist="50800" dir="2700000">
              <a:srgbClr val="8290A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48840"/>
            <a:ext cx="393192" cy="393192"/>
          </a:xfrm>
          <a:prstGeom prst="roundRect">
            <a:avLst>
              <a:gd name="adj" fmla="val 18605"/>
            </a:avLst>
          </a:prstGeom>
          <a:solidFill>
            <a:srgbClr val="6859E7"/>
          </a:solidFill>
          <a:ln w="12700">
            <a:solidFill>
              <a:srgbClr val="6859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40280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44168" y="2167128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3A"/>
                </a:solidFill>
              </a:rPr>
              <a:t>Pergunte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724912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6566D"/>
                </a:solidFill>
              </a:rPr>
              <a:t>O usuário escreve qualquer dúvida em linguagem natural — sem comandos especiais.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5112" y="1920240"/>
            <a:ext cx="35204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25400" dist="50800" dir="2700000">
              <a:srgbClr val="8290A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3712" y="2148840"/>
            <a:ext cx="393192" cy="393192"/>
          </a:xfrm>
          <a:prstGeom prst="roundRect">
            <a:avLst>
              <a:gd name="adj" fmla="val 18605"/>
            </a:avLst>
          </a:prstGeom>
          <a:solidFill>
            <a:srgbClr val="5885EE"/>
          </a:solidFill>
          <a:ln w="12700">
            <a:solidFill>
              <a:srgbClr val="5885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240280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4920" y="2167128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3A"/>
                </a:solidFill>
              </a:rPr>
              <a:t>Processe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53712" y="2724912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6566D"/>
                </a:solidFill>
              </a:rPr>
              <a:t>A API valida os dados, protege a chave e envia um prompt orientado ao Gemini.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55864" y="1920240"/>
            <a:ext cx="35204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25400" dist="50800" dir="2700000">
              <a:srgbClr val="8290A6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4464" y="2148840"/>
            <a:ext cx="393192" cy="393192"/>
          </a:xfrm>
          <a:prstGeom prst="roundRect">
            <a:avLst>
              <a:gd name="adj" fmla="val 18605"/>
            </a:avLst>
          </a:prstGeom>
          <a:solidFill>
            <a:srgbClr val="25B983"/>
          </a:solidFill>
          <a:ln w="12700">
            <a:solidFill>
              <a:srgbClr val="25B9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2240280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05672" y="2167128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3A"/>
                </a:solidFill>
              </a:rPr>
              <a:t>Entenda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84464" y="2724912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6566D"/>
                </a:solidFill>
              </a:rPr>
              <a:t>A resposta volta organizada em Markdown, pronta para leitura em qualquer tela.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34440" y="5650992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6566D"/>
                </a:solidFill>
              </a:rPr>
              <a:t>Público: estudantes, curiosos e qualquer pessoa que precise compreender um tema rapidamente.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A9B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6859E7"/>
                </a:solidFill>
              </a:rPr>
              <a:t>02  •  ARQUITETURA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43A"/>
                </a:solidFill>
              </a:rPr>
              <a:t>Frontend e backend com responsabilidades claras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075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A9C"/>
                </a:solidFill>
              </a:rPr>
              <a:t>A chave da API permanece privada no servidor.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6459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9050">
            <a:solidFill>
              <a:srgbClr val="1724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6152" y="2103120"/>
            <a:ext cx="402336" cy="402336"/>
          </a:xfrm>
          <a:prstGeom prst="ellipse">
            <a:avLst/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596896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43A"/>
                </a:solidFill>
              </a:rPr>
              <a:t>USUÁRIO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04088" y="294436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E8A9C"/>
                </a:solidFill>
              </a:rPr>
              <a:t>Navegador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59152" y="2670048"/>
            <a:ext cx="365760" cy="411480"/>
          </a:xfrm>
          <a:prstGeom prst="chevron">
            <a:avLst/>
          </a:prstGeom>
          <a:solidFill>
            <a:srgbClr val="CDD3D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2331720"/>
            <a:ext cx="16459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9050">
            <a:solidFill>
              <a:srgbClr val="6859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47872" y="2103120"/>
            <a:ext cx="402336" cy="402336"/>
          </a:xfrm>
          <a:prstGeom prst="ellipse">
            <a:avLst/>
          </a:prstGeom>
          <a:solidFill>
            <a:srgbClr val="6859E7"/>
          </a:solidFill>
          <a:ln w="12700">
            <a:solidFill>
              <a:srgbClr val="6859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35808" y="2596896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43A"/>
                </a:solidFill>
              </a:rPr>
              <a:t>REACT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35808" y="294436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E8A9C"/>
                </a:solidFill>
              </a:rPr>
              <a:t>Interface + estados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90872" y="2670048"/>
            <a:ext cx="365760" cy="411480"/>
          </a:xfrm>
          <a:prstGeom prst="chevron">
            <a:avLst/>
          </a:prstGeom>
          <a:solidFill>
            <a:srgbClr val="CDD3D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57800" y="2331720"/>
            <a:ext cx="16459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9050">
            <a:solidFill>
              <a:srgbClr val="5885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79592" y="2103120"/>
            <a:ext cx="402336" cy="402336"/>
          </a:xfrm>
          <a:prstGeom prst="ellipse">
            <a:avLst/>
          </a:prstGeom>
          <a:solidFill>
            <a:srgbClr val="5885EE"/>
          </a:solidFill>
          <a:ln w="12700">
            <a:solidFill>
              <a:srgbClr val="5885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67528" y="2596896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43A"/>
                </a:solidFill>
              </a:rPr>
              <a:t>NODE.JS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67528" y="294436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E8A9C"/>
                </a:solidFill>
              </a:rPr>
              <a:t>Express + regras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022592" y="2670048"/>
            <a:ext cx="365760" cy="411480"/>
          </a:xfrm>
          <a:prstGeom prst="chevron">
            <a:avLst/>
          </a:prstGeom>
          <a:solidFill>
            <a:srgbClr val="CDD3D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0" y="2331720"/>
            <a:ext cx="16459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9050">
            <a:solidFill>
              <a:srgbClr val="498C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11312" y="2103120"/>
            <a:ext cx="402336" cy="402336"/>
          </a:xfrm>
          <a:prstGeom prst="ellipse">
            <a:avLst/>
          </a:prstGeom>
          <a:solidFill>
            <a:srgbClr val="498CC4"/>
          </a:solidFill>
          <a:ln w="12700">
            <a:solidFill>
              <a:srgbClr val="498C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99248" y="2596896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43A"/>
                </a:solidFill>
              </a:rPr>
              <a:t>SDK GENAI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99248" y="294436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E8A9C"/>
                </a:solidFill>
              </a:rPr>
              <a:t>Cliente oficial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354312" y="2670048"/>
            <a:ext cx="365760" cy="411480"/>
          </a:xfrm>
          <a:prstGeom prst="chevron">
            <a:avLst/>
          </a:prstGeom>
          <a:solidFill>
            <a:srgbClr val="CDD3D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21240" y="2331720"/>
            <a:ext cx="16459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9050">
            <a:solidFill>
              <a:srgbClr val="25B98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43032" y="2103120"/>
            <a:ext cx="402336" cy="402336"/>
          </a:xfrm>
          <a:prstGeom prst="ellipse">
            <a:avLst/>
          </a:prstGeom>
          <a:solidFill>
            <a:srgbClr val="25B983"/>
          </a:solidFill>
          <a:ln w="12700">
            <a:solidFill>
              <a:srgbClr val="25B98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30968" y="2596896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43A"/>
                </a:solidFill>
              </a:rPr>
              <a:t>GEMINI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30968" y="294436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E8A9C"/>
                </a:solidFill>
              </a:rPr>
              <a:t>Geração de texto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40080" y="4251960"/>
            <a:ext cx="2514600" cy="1005840"/>
          </a:xfrm>
          <a:prstGeom prst="roundRect">
            <a:avLst>
              <a:gd name="adj" fmla="val 5455"/>
            </a:avLst>
          </a:prstGeom>
          <a:solidFill>
            <a:srgbClr val="F2F0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4462272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859E7"/>
                </a:solidFill>
              </a:rPr>
              <a:t>POST /api/ask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" y="4773168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66D"/>
                </a:solidFill>
              </a:rPr>
              <a:t>Contrato JSON simples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56432" y="4251960"/>
            <a:ext cx="2514600" cy="1005840"/>
          </a:xfrm>
          <a:prstGeom prst="roundRect">
            <a:avLst>
              <a:gd name="adj" fmla="val 5455"/>
            </a:avLst>
          </a:prstGeom>
          <a:solidFill>
            <a:srgbClr val="F2F6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21024" y="4462272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85EE"/>
                </a:solidFill>
              </a:rPr>
              <a:t>Zod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21024" y="4773168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66D"/>
                </a:solidFill>
              </a:rPr>
              <a:t>Validação de 3 a 1.000 caracteres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72784" y="4251960"/>
            <a:ext cx="2514600" cy="1005840"/>
          </a:xfrm>
          <a:prstGeom prst="roundRect">
            <a:avLst>
              <a:gd name="adj" fmla="val 5455"/>
            </a:avLst>
          </a:prstGeom>
          <a:solidFill>
            <a:srgbClr val="F2F0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37376" y="4462272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859E7"/>
                </a:solidFill>
              </a:rPr>
              <a:t>Rate limit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37376" y="4773168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66D"/>
                </a:solidFill>
              </a:rPr>
              <a:t>10 requisições por minuto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089136" y="4251960"/>
            <a:ext cx="2514600" cy="1005840"/>
          </a:xfrm>
          <a:prstGeom prst="roundRect">
            <a:avLst>
              <a:gd name="adj" fmla="val 5455"/>
            </a:avLst>
          </a:prstGeom>
          <a:solidFill>
            <a:srgbClr val="F2F6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53728" y="4462272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85EE"/>
                </a:solidFill>
              </a:rPr>
              <a:t>Helmet + CORS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253728" y="4773168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66D"/>
                </a:solidFill>
              </a:rPr>
              <a:t>Camadas básicas de segurança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A9B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6859E7"/>
                </a:solidFill>
              </a:rPr>
              <a:t>03  •  INTEGRAÇÃO GEMINI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43A"/>
                </a:solidFill>
              </a:rPr>
              <a:t>Do texto digitado à resposta gerada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075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A9C"/>
                </a:solidFill>
              </a:rPr>
              <a:t>O SDK oficial @google/genai conecta o backend ao modelo.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783080"/>
            <a:ext cx="429768" cy="429768"/>
          </a:xfrm>
          <a:prstGeom prst="ellipse">
            <a:avLst/>
          </a:prstGeom>
          <a:solidFill>
            <a:srgbClr val="6859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92808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28116" y="2212848"/>
            <a:ext cx="0" cy="384048"/>
          </a:xfrm>
          <a:prstGeom prst="line">
            <a:avLst/>
          </a:prstGeom>
          <a:noFill/>
          <a:ln w="16510">
            <a:solidFill>
              <a:srgbClr val="D4D9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179222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43A"/>
                </a:solidFill>
              </a:rPr>
              <a:t>Receber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14600" y="1792224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6566D"/>
                </a:solidFill>
              </a:rPr>
              <a:t>Express recebe a pergunta em JSON.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13232" y="2587752"/>
            <a:ext cx="429768" cy="429768"/>
          </a:xfrm>
          <a:prstGeom prst="ellipse">
            <a:avLst/>
          </a:prstGeom>
          <a:solidFill>
            <a:srgbClr val="6859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697480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28116" y="3017520"/>
            <a:ext cx="0" cy="384048"/>
          </a:xfrm>
          <a:prstGeom prst="line">
            <a:avLst/>
          </a:prstGeom>
          <a:noFill/>
          <a:ln w="16510">
            <a:solidFill>
              <a:srgbClr val="D4D9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53312" y="259689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43A"/>
                </a:solidFill>
              </a:rPr>
              <a:t>Validar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14600" y="2596896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6566D"/>
                </a:solidFill>
              </a:rPr>
              <a:t>Zod remove espaços e verifica o tamanho.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3232" y="3392424"/>
            <a:ext cx="429768" cy="429768"/>
          </a:xfrm>
          <a:prstGeom prst="ellipse">
            <a:avLst/>
          </a:prstGeom>
          <a:solidFill>
            <a:srgbClr val="6859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502152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28116" y="3822192"/>
            <a:ext cx="0" cy="384048"/>
          </a:xfrm>
          <a:prstGeom prst="line">
            <a:avLst/>
          </a:prstGeom>
          <a:noFill/>
          <a:ln w="16510">
            <a:solidFill>
              <a:srgbClr val="D4D9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53312" y="340156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43A"/>
                </a:solidFill>
              </a:rPr>
              <a:t>Orientar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14600" y="340156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6566D"/>
                </a:solidFill>
              </a:rPr>
              <a:t>Uma instrução de sistema define clareza e idioma.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3232" y="4197096"/>
            <a:ext cx="429768" cy="429768"/>
          </a:xfrm>
          <a:prstGeom prst="ellipse">
            <a:avLst/>
          </a:prstGeom>
          <a:solidFill>
            <a:srgbClr val="25B98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306824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28116" y="4626864"/>
            <a:ext cx="0" cy="384048"/>
          </a:xfrm>
          <a:prstGeom prst="line">
            <a:avLst/>
          </a:prstGeom>
          <a:noFill/>
          <a:ln w="16510">
            <a:solidFill>
              <a:srgbClr val="D4D9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53312" y="420624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43A"/>
                </a:solidFill>
              </a:rPr>
              <a:t>Gerar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14600" y="4206240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6566D"/>
                </a:solidFill>
              </a:rPr>
              <a:t>gemini-3.8-flash produz a resposta.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3232" y="5001768"/>
            <a:ext cx="429768" cy="429768"/>
          </a:xfrm>
          <a:prstGeom prst="ellipse">
            <a:avLst/>
          </a:prstGeom>
          <a:solidFill>
            <a:srgbClr val="6859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5111496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53312" y="501091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43A"/>
                </a:solidFill>
              </a:rPr>
              <a:t>Entregar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14600" y="50109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6566D"/>
                </a:solidFill>
              </a:rPr>
              <a:t>A API retorna texto, modelo e tempo.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1755648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17243A"/>
          </a:solidFill>
          <a:ln w="12700">
            <a:solidFill>
              <a:srgbClr val="2433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0116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5A4BA"/>
                </a:solidFill>
              </a:rPr>
              <a:t>server/gemini.js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09360" y="2450592"/>
            <a:ext cx="4709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DDE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client = new GoogleGenAI({ apiKey });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DE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response = await client.models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DE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.generateContent({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DE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  model: "gemini-3.8-flash",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DE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  contents: question,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DE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  config: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DE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    systemInstruction,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DE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    temperature: 0.4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DE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DE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});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DE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response.text;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A9B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6859E7"/>
                </a:solidFill>
              </a:rPr>
              <a:t>04  •  DEMONSTRAÇÃO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43A"/>
                </a:solidFill>
              </a:rPr>
              <a:t>Uma interação simples em três momentos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075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A9C"/>
                </a:solidFill>
              </a:rPr>
              <a:t>A interface comunica claramente o que está acontecendo.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764792"/>
            <a:ext cx="3474720" cy="39319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25400" dist="50800" dir="2700000">
              <a:srgbClr val="8290A6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933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859E7"/>
                </a:solidFill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52728" y="19568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3A"/>
                </a:solidFill>
              </a:rPr>
              <a:t>Entrada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404872"/>
            <a:ext cx="3017520" cy="0"/>
          </a:xfrm>
          <a:prstGeom prst="line">
            <a:avLst/>
          </a:prstGeom>
          <a:noFill/>
          <a:ln w="12700">
            <a:solidFill>
              <a:srgbClr val="E8EB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880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6566D"/>
                </a:solidFill>
              </a:rPr>
              <a:t>O que é inteligência artificial?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397764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6859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41605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Pesquisar  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764792"/>
            <a:ext cx="3474720" cy="39319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25400" dist="50800" dir="2700000">
              <a:srgbClr val="8290A6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9933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859E7"/>
                </a:solidFill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47488" y="19568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3A"/>
                </a:solidFill>
              </a:rPr>
              <a:t>Processamento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17720" y="2404872"/>
            <a:ext cx="3017520" cy="0"/>
          </a:xfrm>
          <a:prstGeom prst="line">
            <a:avLst/>
          </a:prstGeom>
          <a:noFill/>
          <a:ln w="12700">
            <a:solidFill>
              <a:srgbClr val="E8EB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2926080"/>
            <a:ext cx="2560320" cy="146304"/>
          </a:xfrm>
          <a:prstGeom prst="roundRect">
            <a:avLst>
              <a:gd name="adj" fmla="val 43750"/>
            </a:avLst>
          </a:prstGeom>
          <a:solidFill>
            <a:srgbClr val="EAEDF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3364992"/>
            <a:ext cx="2560320" cy="146304"/>
          </a:xfrm>
          <a:prstGeom prst="roundRect">
            <a:avLst>
              <a:gd name="adj" fmla="val 43750"/>
            </a:avLst>
          </a:prstGeom>
          <a:solidFill>
            <a:srgbClr val="E4E1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3803904"/>
            <a:ext cx="1828800" cy="146304"/>
          </a:xfrm>
          <a:prstGeom prst="roundRect">
            <a:avLst>
              <a:gd name="adj" fmla="val 43750"/>
            </a:avLst>
          </a:prstGeom>
          <a:solidFill>
            <a:srgbClr val="EAEDF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4526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8A9C"/>
                </a:solidFill>
              </a:rPr>
              <a:t>Gemini está preparando a resposta…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83880" y="1764792"/>
            <a:ext cx="3474720" cy="39319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25400" dist="50800" dir="2700000">
              <a:srgbClr val="8290A6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12480" y="19933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859E7"/>
                </a:solidFill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842248" y="19568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3A"/>
                </a:solidFill>
              </a:rPr>
              <a:t>Resultado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412480" y="2404872"/>
            <a:ext cx="3017520" cy="0"/>
          </a:xfrm>
          <a:prstGeom prst="line">
            <a:avLst/>
          </a:prstGeom>
          <a:noFill/>
          <a:ln w="12700">
            <a:solidFill>
              <a:srgbClr val="E8EB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31352" y="2761488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6566D"/>
                </a:solidFill>
              </a:rPr>
              <a:t>Inteligência artificial é a área da computação que cria sistemas capazes de executar tarefas associadas à inteligência humana…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531352" y="4389120"/>
            <a:ext cx="2788920" cy="0"/>
          </a:xfrm>
          <a:prstGeom prst="line">
            <a:avLst/>
          </a:prstGeom>
          <a:noFill/>
          <a:ln w="12700">
            <a:solidFill>
              <a:srgbClr val="E8EB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31352" y="469087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B983"/>
                </a:solidFill>
              </a:rPr>
              <a:t>✓ Resposta recebida com sucesso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A9B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6859E7"/>
                </a:solidFill>
              </a:rPr>
              <a:t>05  •  RESULTADO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43A"/>
                </a:solidFill>
              </a:rPr>
              <a:t>Produto funcional, seguro e fácil de evoluir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075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A9C"/>
                </a:solidFill>
              </a:rPr>
              <a:t>A entrega contempla aplicação, testes, documentação e apresentação.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029968"/>
            <a:ext cx="420624" cy="420624"/>
          </a:xfrm>
          <a:prstGeom prst="ellipse">
            <a:avLst/>
          </a:prstGeom>
          <a:solidFill>
            <a:srgbClr val="25B98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13512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44752" y="19842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43A"/>
                </a:solidFill>
              </a:rPr>
              <a:t>Experiência responsiva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44752" y="229514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66D"/>
                </a:solidFill>
              </a:rPr>
              <a:t>Funciona em desktop e celular.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91072" y="1783080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10528" y="2029968"/>
            <a:ext cx="420624" cy="420624"/>
          </a:xfrm>
          <a:prstGeom prst="ellipse">
            <a:avLst/>
          </a:prstGeom>
          <a:solidFill>
            <a:srgbClr val="25B98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213512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95744" y="19842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43A"/>
                </a:solidFill>
              </a:rPr>
              <a:t>Regras de negócio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95744" y="229514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66D"/>
                </a:solidFill>
              </a:rPr>
              <a:t>Validação, normalização e limite de uso.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3017520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" y="3264408"/>
            <a:ext cx="420624" cy="420624"/>
          </a:xfrm>
          <a:prstGeom prst="ellipse">
            <a:avLst/>
          </a:prstGeom>
          <a:solidFill>
            <a:srgbClr val="25B98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336956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44752" y="32186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43A"/>
                </a:solidFill>
              </a:rPr>
              <a:t>Falhas tratadas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44752" y="352958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66D"/>
                </a:solidFill>
              </a:rPr>
              <a:t>Mensagens para conexão, chave e provedor.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91072" y="3017520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0528" y="3264408"/>
            <a:ext cx="420624" cy="420624"/>
          </a:xfrm>
          <a:prstGeom prst="ellipse">
            <a:avLst/>
          </a:prstGeom>
          <a:solidFill>
            <a:srgbClr val="25B98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336956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95744" y="32186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43A"/>
                </a:solidFill>
              </a:rPr>
              <a:t>Testes automatizados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95744" y="352958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66D"/>
                </a:solidFill>
              </a:rPr>
              <a:t>Rotas principais verificadas sem custo de API.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4251960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" y="4498848"/>
            <a:ext cx="420624" cy="420624"/>
          </a:xfrm>
          <a:prstGeom prst="ellipse">
            <a:avLst/>
          </a:prstGeom>
          <a:solidFill>
            <a:srgbClr val="25B98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460400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44752" y="44531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43A"/>
                </a:solidFill>
              </a:rPr>
              <a:t>Chave protegida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44752" y="476402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66D"/>
                </a:solidFill>
              </a:rPr>
              <a:t>Credencial somente no ambiente do servidor.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91072" y="4251960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10528" y="4498848"/>
            <a:ext cx="420624" cy="420624"/>
          </a:xfrm>
          <a:prstGeom prst="ellipse">
            <a:avLst/>
          </a:prstGeom>
          <a:solidFill>
            <a:srgbClr val="6859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0528" y="460400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→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95744" y="44531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43A"/>
                </a:solidFill>
              </a:rPr>
              <a:t>Próximos passos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95744" y="476402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66D"/>
                </a:solidFill>
              </a:rPr>
              <a:t>Histórico, fontes, login e busca na web.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5650992"/>
            <a:ext cx="10908792" cy="493776"/>
          </a:xfrm>
          <a:prstGeom prst="roundRect">
            <a:avLst>
              <a:gd name="adj" fmla="val 14815"/>
            </a:avLst>
          </a:prstGeom>
          <a:solidFill>
            <a:srgbClr val="6859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5806440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Google Fake transforma uma pergunta simples em conhecimento acessível.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A9B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Projeto acadêmico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Fake — Busca inteligente com Gemini</dc:title>
  <dc:subject>Produto web integrado à API Gemini</dc:subject>
  <dc:creator>Projeto Google Fake</dc:creator>
  <cp:lastModifiedBy>Projeto Google Fake</cp:lastModifiedBy>
  <cp:revision>1</cp:revision>
  <dcterms:created xsi:type="dcterms:W3CDTF">2026-10-08T18:09:31Z</dcterms:created>
  <dcterms:modified xsi:type="dcterms:W3CDTF">2026-10-08T18:09:31Z</dcterms:modified>
</cp:coreProperties>
</file>